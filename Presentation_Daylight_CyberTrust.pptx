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Daylight / Cyber Trust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0f766e"/>
                </a:solidFill>
              </a:rPr>
              <a:t>Mise en place d'un SOC externalise</a:t>
            </a:r>
          </a:p>
          <a:p>
            <a:r>
              <a:rPr lang="fr-FR" sz="2150" b="0">
                <a:solidFill>
                  <a:srgbClr val="0f766e"/>
                </a:solidFill>
              </a:rPr>
              <a:t>Projet 4 - Mastere Cybersecurite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Kilyan FELIX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Yvan FOCSA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Youssef GUERNIOU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Mahamadou DIACOUMBA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Contexte Daylight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1d4ed8"/>
                </a:solidFill>
              </a:rPr>
              <a:t>Reseau d'audioprothesistes multi-site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Environ trente centres en France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Donnees sensibles : CRM, RDV, dossiers patients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Besoin de visibilite cyber et de reaction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Manque de ressources SOC internes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Objectifs du SOC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7c2d12"/>
                </a:solidFill>
              </a:rPr>
              <a:t>Ce que Cyber Trust doit livrer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Collecte multi-source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SIEM open-source centralise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Alertes personnalisables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Dashboards lisibles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Playbooks et REX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Guide de deploiement et video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Equipe Cyber Trust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0f766e"/>
                </a:solidFill>
              </a:rPr>
              <a:t>Repartition des roles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Yvan FOCSA : architecte de la solution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Youssef GUERNIOU : SIEM / Wazuh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Kilyan FELIX : chef de projet SOC, detection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Mahamadou DIACOUMBA : exploitation, VM, playbooks, REX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Architecture demo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1d4ed8"/>
                </a:solidFill>
              </a:rPr>
              <a:t>Lab reproductible Wazuh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Wazuh Manager, Indexer et Dashboard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poste-01 : endpoint Windows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serveur-01 : serveur Linux simule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Logs Daylight : CRM, RDV, dossiers patients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Interface web Wazuh 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Architecture cible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7c2d12"/>
                </a:solidFill>
              </a:rPr>
              <a:t>Industrialisation pour les centres Daylight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Separation Manager / Indexer / Dashboard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Collecte agents, syslog et API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Dashboards par role et par site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Retention et stockage dimensionnes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Deploiement progressif multi-centres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Demonstration SIEM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0f766e"/>
                </a:solidFill>
              </a:rPr>
              <a:t>Travail de Youssef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Wazuh 4.14.5 en Docker single-node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Script setup-siem-lab.ps1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Creation de serveur-01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Agent Wazuh, SSH, rsyslog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Simulation brute force SSH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Sources de logs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1d4ed8"/>
                </a:solidFill>
              </a:rPr>
              <a:t>Couverture du cahier des charges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Endpoint : poste-01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Serveur : serveur-01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Application metier : Daylight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Evenements systeme, endpoint et metier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Base extensible vers firewall, AD, messagerie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Alertes cles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7c2d12"/>
                </a:solidFill>
              </a:rPr>
              <a:t>Scenarios a montrer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5712 : brute force SSH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100110 : brute force applicatif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100120 : acces anormal dossier patient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100130 : modification groupe privilegie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100140 : usage USB suspect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Dashboards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0f766e"/>
                </a:solidFill>
              </a:rPr>
              <a:t>Lecture analyste et supervision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Dashboard technique : severite, source, top regles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Dashboard executif : volume, critiques, sites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Vision lisible pour le client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Support de qualification et reporting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Qualification SOC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1d4ed8"/>
                </a:solidFill>
              </a:rPr>
              <a:t>Priorisation des alertes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Critique : donnees patient, privileges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Haute : brute force confirme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Moyenne : USB ou anomalie contextuelle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Basse : hygiene et conformite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Objectif : reduire le bruit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RBAC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7c2d12"/>
                </a:solidFill>
              </a:rPr>
              <a:t>Segmentation par roles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Admin : configuration complete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Analyste : lecture alertes et dashboards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Supervision : reporting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Role soc_readonly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Repond a l'exigence supervision / analyste / admin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Playbooks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0f766e"/>
                </a:solidFill>
              </a:rPr>
              <a:t>Reponse operationnelle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Triage initial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Brute force SSH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Acces anormal dossier patient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Brute force applicatif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Modification privilege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USB suspect et phishing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REX incidents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1d4ed8"/>
                </a:solidFill>
              </a:rPr>
              <a:t>Amelioration continue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Brute force SSH : verifier succes apres echecs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Acces patient : verifier profil et justification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Privilege : controler demande de changement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Documenter preuves, decisions, actions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Exploitation du lab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7c2d12"/>
                </a:solidFill>
              </a:rPr>
              <a:t>Procedure de redemarrage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Demarrer Wazuh depuis sa racine technique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docker start serveur-01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Relancer rsyslogd et SSH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Relancer l'agent Wazuh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Finaliser avec post_capture_finalize.ps1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Couts et industrialisation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0f766e"/>
                </a:solidFill>
              </a:rPr>
              <a:t>Passer du lab a la production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Wazuh limite les couts de licence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Couts principaux : infrastructure, stockage, exploitation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Pilote sur quelques centres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Generalisation progressive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Reporting et SLA Cyber Trust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Limites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1d4ed8"/>
                </a:solidFill>
              </a:rPr>
              <a:t>Points a renforcer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Single-node non HA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Firewall, messagerie et AD a completer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Retention et volumetrie a dimensionner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Ticketing / SOAR a connecter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Captures finales a ajouter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90000" y="5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900" b="1">
                <a:solidFill>
                  <a:srgbClr val="0f172a"/>
                </a:solidFill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000" y="1320000"/>
            <a:ext cx="10500000" cy="5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150" b="0">
                <a:solidFill>
                  <a:srgbClr val="7c2d12"/>
                </a:solidFill>
              </a:rPr>
              <a:t>Une base SOC claire et evolutive</a:t>
            </a:r>
          </a:p>
        </p:txBody>
      </p:sp>
      <p:sp>
        <p:nvSpPr>
          <p:cNvPr id="5" name="Bullets 5"/>
          <p:cNvSpPr txBox="1"/>
          <p:nvPr/>
        </p:nvSpPr>
        <p:spPr>
          <a:xfrm>
            <a:off x="820000" y="2100000"/>
            <a:ext cx="103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Collecte multi-source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Detections et dashboards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RBAC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Playbooks et REX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Documentation et guide</a:t>
            </a:r>
          </a:p>
          <a:p>
            <a:pPr marL="342900" indent="-171450">
              <a:buChar char="â€¢"/>
            </a:pPr>
            <a:r>
              <a:rPr lang="fr-FR" sz="2350">
                <a:solidFill>
                  <a:srgbClr val="1f2937"/>
                </a:solidFill>
              </a:rPr>
              <a:t>Solution industrialisable pour Daylight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0000" y="650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50" b="0">
                <a:solidFill>
                  <a:srgbClr val="64748b"/>
                </a:solidFill>
              </a:rPr>
              <a:t>Slide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 Trust">
  <a:themeElements>
    <a:clrScheme name="Cyber Trust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1d4ed8"/>
      </a:accent2>
      <a:accent3>
        <a:srgbClr val="7c2d12"/>
      </a:accent3>
      <a:accent4>
        <a:srgbClr val="334155"/>
      </a:accent4>
      <a:accent5>
        <a:srgbClr val="be123c"/>
      </a:accent5>
      <a:accent6>
        <a:srgbClr val="4b5563"/>
      </a:accent6>
      <a:hlink>
        <a:srgbClr val="2563eb"/>
      </a:hlink>
      <a:folHlink>
        <a:srgbClr val="7c3aed"/>
      </a:folHlink>
    </a:clrScheme>
    <a:fontScheme name="Segoe">
      <a:majorFont>
        <a:latin typeface="Segoe UI"/>
      </a:majorFont>
      <a:minorFont>
        <a:latin typeface="Segoe UI"/>
      </a:minorFont>
    </a:fontScheme>
    <a:fmtScheme name="Default">
      <a:fillStyleLst/>
      <a:lnStyleLst/>
      <a:effectStyleLst/>
      <a:bgFillStyleLst/>
    </a:fmtScheme>
  </a:themeElements>
</a:theme>
</file>